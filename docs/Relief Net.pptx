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Average"/>
      <p:regular r:id="rId19"/>
    </p:embeddedFont>
    <p:embeddedFont>
      <p:font typeface="Merriweath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11" Type="http://schemas.openxmlformats.org/officeDocument/2006/relationships/slide" Target="slides/slide6.xml"/><Relationship Id="rId22" Type="http://schemas.openxmlformats.org/officeDocument/2006/relationships/font" Target="fonts/Merriweather-italic.fntdata"/><Relationship Id="rId10" Type="http://schemas.openxmlformats.org/officeDocument/2006/relationships/slide" Target="slides/slide5.xml"/><Relationship Id="rId21" Type="http://schemas.openxmlformats.org/officeDocument/2006/relationships/font" Target="fonts/Merriweather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verage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google.com/search?client=firefox-b-1-d&amp;sca_esv=fe6362944b97d7fe&amp;sxsrf=AE3TifO9mLqAU4utsvkUYDF6Q_9QxC-mXA%3A1757449721854&amp;q=Federal+Poverty+Level&amp;sa=X&amp;ved=2ahUKEwj61YazwsyPAxUkMVkFHVYqI8MQxccNegQIJBAC&amp;mstk=AUtExfDDUzYOHrHC-vtUoXx5pTUNApv4wffMZsKKwcW7R1KV25RgiM3xmXxPtbe5Ky-Zvz4s7mYeaOUr6dcM0LYipHcHIz6FVGYPt3FXFZCBBt_hgqXbFr8DkS9rq4uNRh1jkAcyWBoE0LJJ8g6l3WvsrINdP708oX2WPVCl4eHk27vEWlobQcPBMSU4yJB9bkruCwuJGWdBBPG4VnBstNuE5upHsYeiqRogp2xxNhqHzRq0ig_Ekr29fSFkc17xzsvgwqW2n6POYBtdYPw4fjSH-kVg&amp;csui=3" TargetMode="External"/><Relationship Id="rId3" Type="http://schemas.openxmlformats.org/officeDocument/2006/relationships/hyperlink" Target="https://www.google.com/search?client=firefox-b-1-d&amp;sca_esv=fe6362944b97d7fe&amp;sxsrf=AE3TifO9mLqAU4utsvkUYDF6Q_9QxC-mXA%3A1757449721854&amp;q=Federal+Poverty+Level&amp;sa=X&amp;ved=2ahUKEwj61YazwsyPAxUkMVkFHVYqI8MQxccNegQIJBAC&amp;mstk=AUtExfDDUzYOHrHC-vtUoXx5pTUNApv4wffMZsKKwcW7R1KV25RgiM3xmXxPtbe5Ky-Zvz4s7mYeaOUr6dcM0LYipHcHIz6FVGYPt3FXFZCBBt_hgqXbFr8DkS9rq4uNRh1jkAcyWBoE0LJJ8g6l3WvsrINdP708oX2WPVCl4eHk27vEWlobQcPBMSU4yJB9bkruCwuJGWdBBPG4VnBstNuE5upHsYeiqRogp2xxNhqHzRq0ig_Ekr29fSFkc17xzsvgwqW2n6POYBtdYPw4fjSH-kVg&amp;csui=3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be711ba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be711ba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"ALICE population" refers to Asset Limited, Income Constrained, Employed households—a growing demographic of workers who are above the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Federal Poverty Level</a:t>
            </a:r>
            <a:r>
              <a:rPr lang="en">
                <a:solidFill>
                  <a:schemeClr val="dk1"/>
                </a:solidFill>
              </a:rPr>
              <a:t> but cannot afford basic necessities like housing, food, and childcare.  In 2023, 29% of US households, or 38 million households, were ALICE. They are living paycheck by paycheck and or often make </a:t>
            </a:r>
            <a:r>
              <a:rPr lang="en">
                <a:solidFill>
                  <a:schemeClr val="dk1"/>
                </a:solidFill>
              </a:rPr>
              <a:t>decisions</a:t>
            </a:r>
            <a:r>
              <a:rPr lang="en">
                <a:solidFill>
                  <a:schemeClr val="dk1"/>
                </a:solidFill>
              </a:rPr>
              <a:t> on payments like rent or food. They don’t have savings to fall back to if anything unexpected happened.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be711ba0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be711ba0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d3a7c0ab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d3a7c0ab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be711ba03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be711ba03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rage"/>
              <a:buChar char="-"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As previously mentioned it’s designed for those who are barely above the poverty line including struggling students in college. </a:t>
            </a:r>
            <a:endParaRPr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be711ba0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be711ba0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be711ba0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be711ba0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be711ba0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be711ba0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your app be generated simply by prompting an LLM/agent? If so, what features should be added or what more difficult problem can you solve? - Last slide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ca257008e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7ca257008e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findhelp.or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67100" y="124292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Relief</a:t>
            </a: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Net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623400" y="3977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Sangit Gaire, Kobe Leverett, Diana Avila, Puru Saluja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-911800" y="3712575"/>
            <a:ext cx="5044200" cy="615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Team Sink</a:t>
            </a:r>
            <a:endParaRPr sz="18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70" name="Google Shape;70;p13" title="health-benefit-building-blocks-scaled--600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9700" y="462199"/>
            <a:ext cx="2806510" cy="21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/>
        </p:nvSpPr>
        <p:spPr>
          <a:xfrm>
            <a:off x="433225" y="2259950"/>
            <a:ext cx="3316500" cy="13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Providing food, shelter and other services to low-income families and individuals who are barely above the poverty line</a:t>
            </a:r>
            <a:r>
              <a:rPr lang="en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The Issue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The focus on low-income families and </a:t>
            </a:r>
            <a:r>
              <a:rPr lang="en" sz="160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individuals who are just above the poverty line. They face housing instability and food insecurity, but are not eligible for government assistance from programs like SNAP or TANF. </a:t>
            </a:r>
            <a:endParaRPr sz="1600">
              <a:solidFill>
                <a:schemeClr val="dk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Information with </a:t>
            </a:r>
            <a:r>
              <a:rPr lang="en" sz="160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regards</a:t>
            </a:r>
            <a:r>
              <a:rPr lang="en" sz="160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 to housing aid, food banks in that area is overly spread out and difficult to find. </a:t>
            </a:r>
            <a:endParaRPr sz="1600">
              <a:solidFill>
                <a:schemeClr val="dk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With this in mind, many people who are currently in college are unaware that they’ll qualify for community </a:t>
            </a:r>
            <a:r>
              <a:rPr lang="en" sz="160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resources</a:t>
            </a:r>
            <a:r>
              <a:rPr lang="en" sz="160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 that help them personally or pay for university.</a:t>
            </a:r>
            <a:endParaRPr sz="1600">
              <a:solidFill>
                <a:schemeClr val="dk2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>
                <a:latin typeface="Average"/>
                <a:ea typeface="Average"/>
                <a:cs typeface="Average"/>
                <a:sym typeface="Average"/>
              </a:rPr>
              <a:t>ompeting Our Product 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471900" y="1919075"/>
            <a:ext cx="8222100" cy="29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For Example: </a:t>
            </a:r>
            <a:r>
              <a:rPr lang="en" sz="175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3"/>
              </a:rPr>
              <a:t>findhelp.org</a:t>
            </a:r>
            <a:r>
              <a:rPr lang="en" sz="175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endParaRPr sz="1750">
              <a:solidFill>
                <a:schemeClr val="dk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750"/>
              <a:buFont typeface="Average"/>
              <a:buChar char="❖"/>
            </a:pPr>
            <a:r>
              <a:rPr lang="en" sz="175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It links people with local </a:t>
            </a:r>
            <a:r>
              <a:rPr lang="en" sz="175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resources such as food, housing, medical care and education.</a:t>
            </a:r>
            <a:endParaRPr sz="1750">
              <a:solidFill>
                <a:schemeClr val="dk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Now onto the limitations:</a:t>
            </a:r>
            <a:endParaRPr sz="1750">
              <a:solidFill>
                <a:schemeClr val="dk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750"/>
              <a:buFont typeface="Average"/>
              <a:buChar char="❖"/>
            </a:pPr>
            <a:r>
              <a:rPr lang="en" sz="175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The UI that has too many options to review</a:t>
            </a:r>
            <a:endParaRPr sz="1750">
              <a:solidFill>
                <a:schemeClr val="dk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50"/>
              <a:buFont typeface="Average"/>
              <a:buChar char="❖"/>
            </a:pPr>
            <a:r>
              <a:rPr lang="en" sz="175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Contains limited customization options.</a:t>
            </a:r>
            <a:endParaRPr sz="1750">
              <a:solidFill>
                <a:schemeClr val="dk2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25" y="2217250"/>
            <a:ext cx="4269451" cy="2502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9550" y="2473400"/>
            <a:ext cx="4579727" cy="190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r>
              <a:rPr lang="en">
                <a:latin typeface="Average"/>
                <a:ea typeface="Average"/>
                <a:cs typeface="Average"/>
                <a:sym typeface="Average"/>
              </a:rPr>
              <a:t>ur Innovative Approach Towards This Issue 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Creating a simple database driven system that directly links </a:t>
            </a: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people to the resources that they’re eligible to. </a:t>
            </a:r>
            <a:endParaRPr sz="16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Develop an UI that is simple and easy for the user to navigate.</a:t>
            </a:r>
            <a:endParaRPr sz="16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Outreach to neighborhood services that involve food banks, housing assistance, places of worship like Churches, and other charitable organizations. </a:t>
            </a:r>
            <a:endParaRPr sz="16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User profiles will have the ability to track and manage resources. </a:t>
            </a:r>
            <a:endParaRPr sz="16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Even support for several languages (This is a beta phase so right now it’s only going to  support English)</a:t>
            </a:r>
            <a:endParaRPr sz="16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Who This Will Cater To/Benefit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Households who earn just over the </a:t>
            </a: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poverty</a:t>
            </a: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 line. </a:t>
            </a:r>
            <a:endParaRPr sz="16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College students who are enrolled in a university and upcoming college students who come from low income families.</a:t>
            </a:r>
            <a:endParaRPr sz="16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Disadvantaged</a:t>
            </a: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groups and immigrants who may not be aware of the local assistance that’s available to them. </a:t>
            </a:r>
            <a:endParaRPr sz="16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People affected by circumstances who need immediate help (for example: emergency funds)</a:t>
            </a:r>
            <a:endParaRPr sz="16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The Set Of Things That’ll Be Featured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User profiles: Location, i</a:t>
            </a: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ncome, </a:t>
            </a: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household size, and others will all be saved into the database.</a:t>
            </a:r>
            <a:endParaRPr sz="16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Eligibility Matching: Recommend only resources with users income/family size range.</a:t>
            </a:r>
            <a:endParaRPr sz="16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Resource Finder: Applying the tool to search and filter by type (food, housing, non profit aid) through the database. </a:t>
            </a:r>
            <a:endParaRPr sz="16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Saved Resources: Tied into your bookmarks for later use.</a:t>
            </a:r>
            <a:endParaRPr sz="16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When </a:t>
            </a: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additional</a:t>
            </a: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 programs or </a:t>
            </a: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resources arise</a:t>
            </a: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, notifications will be sent out to inform users of this.  </a:t>
            </a:r>
            <a:endParaRPr sz="16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The </a:t>
            </a:r>
            <a:r>
              <a:rPr lang="en">
                <a:latin typeface="Average"/>
                <a:ea typeface="Average"/>
                <a:cs typeface="Average"/>
                <a:sym typeface="Average"/>
              </a:rPr>
              <a:t>Possibilities</a:t>
            </a:r>
            <a:r>
              <a:rPr lang="en">
                <a:latin typeface="Average"/>
                <a:ea typeface="Average"/>
                <a:cs typeface="Average"/>
                <a:sym typeface="Average"/>
              </a:rPr>
              <a:t> Beyond The LLM 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An application that specifically helps low income families and individuals for a general resource finder website that they will soon have access to for f</a:t>
            </a: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inancial</a:t>
            </a: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 means that they’re struggling with. </a:t>
            </a:r>
            <a:endParaRPr sz="16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LLM can provide general advice but can not maintain personalized user data over time.</a:t>
            </a:r>
            <a:endParaRPr sz="16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It’ll </a:t>
            </a: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incorporate eligibility logic back into the database (income, household size, location) </a:t>
            </a:r>
            <a:endParaRPr sz="16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It’ll help preserve and adjust according to the user profile that’s implemented. </a:t>
            </a:r>
            <a:endParaRPr sz="16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rage"/>
              <a:buChar char="❖"/>
            </a:pPr>
            <a:r>
              <a:rPr lang="en" sz="1600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Link direct connections to neighborhood groups that are difficult for AI to create. </a:t>
            </a:r>
            <a:endParaRPr sz="1600"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Team Sink - Relief Net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THANK YOU !!!</a:t>
            </a:r>
            <a:endParaRPr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Average"/>
                <a:ea typeface="Average"/>
                <a:cs typeface="Average"/>
                <a:sym typeface="Average"/>
              </a:rPr>
              <a:t>Your comments and feedback would be highly appreciated !!!</a:t>
            </a:r>
            <a:endParaRPr>
              <a:solidFill>
                <a:srgbClr val="00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